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8263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EDA1CA2-958B-4E58-AA06-953051985A33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/>
          <p:nvPr/>
        </p:nvPicPr>
        <p:blipFill>
          <a:blip r:embed="rId2"/>
          <a:stretch/>
        </p:blipFill>
        <p:spPr>
          <a:xfrm>
            <a:off x="0" y="0"/>
            <a:ext cx="9143280" cy="514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"/>
          <p:cNvSpPr/>
          <p:nvPr/>
        </p:nvSpPr>
        <p:spPr>
          <a:xfrm>
            <a:off x="3124080" y="4772160"/>
            <a:ext cx="2895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sldNum" idx="1"/>
          </p:nvPr>
        </p:nvSpPr>
        <p:spPr>
          <a:xfrm>
            <a:off x="6552720" y="4772160"/>
            <a:ext cx="2131560" cy="2721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pos="0" algn="l"/>
              </a:tabLst>
            </a:pPr>
            <a:fld id="{7DEC8759-7165-4C6B-B0D8-C24B64D90D15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dt" idx="2"/>
          </p:nvPr>
        </p:nvSpPr>
        <p:spPr>
          <a:xfrm>
            <a:off x="457200" y="4772160"/>
            <a:ext cx="2131200" cy="27216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body"/>
          </p:nvPr>
        </p:nvSpPr>
        <p:spPr>
          <a:xfrm>
            <a:off x="457200" y="1204560"/>
            <a:ext cx="8229240" cy="298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2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"/>
          <p:cNvGrpSpPr/>
          <p:nvPr/>
        </p:nvGrpSpPr>
        <p:grpSpPr>
          <a:xfrm>
            <a:off x="0" y="0"/>
            <a:ext cx="9141840" cy="5145840"/>
            <a:chOff x="0" y="0"/>
            <a:chExt cx="9141840" cy="5145840"/>
          </a:xfrm>
        </p:grpSpPr>
        <p:pic>
          <p:nvPicPr>
            <p:cNvPr id="9" name=""/>
            <p:cNvPicPr/>
            <p:nvPr/>
          </p:nvPicPr>
          <p:blipFill>
            <a:blip r:embed="rId1"/>
            <a:srcRect l="76443" t="0" r="0" b="0"/>
            <a:stretch/>
          </p:blipFill>
          <p:spPr>
            <a:xfrm>
              <a:off x="7315200" y="0"/>
              <a:ext cx="1826640" cy="5145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" name=""/>
            <p:cNvPicPr/>
            <p:nvPr/>
          </p:nvPicPr>
          <p:blipFill>
            <a:blip r:embed="rId2"/>
            <a:stretch/>
          </p:blipFill>
          <p:spPr>
            <a:xfrm>
              <a:off x="685800" y="0"/>
              <a:ext cx="7770240" cy="5145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" name=""/>
            <p:cNvPicPr/>
            <p:nvPr/>
          </p:nvPicPr>
          <p:blipFill>
            <a:blip r:embed="rId3"/>
            <a:srcRect l="0" t="0" r="79384" b="0"/>
            <a:stretch/>
          </p:blipFill>
          <p:spPr>
            <a:xfrm>
              <a:off x="0" y="0"/>
              <a:ext cx="1598040" cy="51458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2" name=""/>
          <p:cNvSpPr/>
          <p:nvPr/>
        </p:nvSpPr>
        <p:spPr>
          <a:xfrm>
            <a:off x="685800" y="2022480"/>
            <a:ext cx="7771680" cy="11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6800" rIns="90000" bIns="468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" name=""/>
          <p:cNvSpPr/>
          <p:nvPr/>
        </p:nvSpPr>
        <p:spPr>
          <a:xfrm>
            <a:off x="1284120" y="3657600"/>
            <a:ext cx="6400080" cy="13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>
              <a:lnSpc>
                <a:spcPct val="100000"/>
              </a:lnSpc>
              <a:spcBef>
                <a:spcPts val="612"/>
              </a:spcBef>
              <a:spcAft>
                <a:spcPts val="11"/>
              </a:spcAft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Jally Chen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2286000" y="2286000"/>
            <a:ext cx="4572000" cy="685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zh-CN" sz="2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球標搜尋介紹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"/>
          <p:cNvPicPr/>
          <p:nvPr/>
        </p:nvPicPr>
        <p:blipFill>
          <a:blip r:embed="rId1"/>
          <a:stretch/>
        </p:blipFill>
        <p:spPr>
          <a:xfrm>
            <a:off x="228600" y="914400"/>
            <a:ext cx="4980960" cy="402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"/>
          <p:cNvSpPr txBox="1"/>
          <p:nvPr/>
        </p:nvSpPr>
        <p:spPr>
          <a:xfrm>
            <a:off x="2057400" y="228600"/>
            <a:ext cx="5029200" cy="47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機構球標圖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5486400" y="1143000"/>
            <a:ext cx="3200400" cy="2514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利於雙方溝通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球標不能重覆或缺失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球標後帶量測值及公差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 txBox="1"/>
          <p:nvPr/>
        </p:nvSpPr>
        <p:spPr>
          <a:xfrm>
            <a:off x="2057400" y="228600"/>
            <a:ext cx="5029200" cy="47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機構球標圖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 txBox="1"/>
          <p:nvPr/>
        </p:nvSpPr>
        <p:spPr>
          <a:xfrm>
            <a:off x="2057400" y="228600"/>
            <a:ext cx="5029200" cy="47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機構球標圖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 txBox="1"/>
          <p:nvPr/>
        </p:nvSpPr>
        <p:spPr>
          <a:xfrm>
            <a:off x="2057400" y="228600"/>
            <a:ext cx="5029200" cy="47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機構球標圖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 txBox="1"/>
          <p:nvPr/>
        </p:nvSpPr>
        <p:spPr>
          <a:xfrm>
            <a:off x="2057400" y="228600"/>
            <a:ext cx="5029200" cy="47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機構球標圖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 txBox="1"/>
          <p:nvPr/>
        </p:nvSpPr>
        <p:spPr>
          <a:xfrm>
            <a:off x="2057400" y="228600"/>
            <a:ext cx="5029200" cy="47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zh-CN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機構球標圖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"/>
          <p:cNvPicPr/>
          <p:nvPr/>
        </p:nvPicPr>
        <p:blipFill>
          <a:blip r:embed="rId1"/>
          <a:stretch/>
        </p:blipFill>
        <p:spPr>
          <a:xfrm>
            <a:off x="1266840" y="1658880"/>
            <a:ext cx="6609600" cy="1828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</TotalTime>
  <Application>LibreOffice/26.2.5.2$Linux_X86_64 LibreOffice_project/6d2b0d33fb0f5da53a12f98bed3e9973e56ff1f0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2012-11-29T18:46:06Z</dcterms:created>
  <dc:creator>Weng James</dc:creator>
  <dc:description/>
  <dc:language>en-US</dc:language>
  <cp:lastModifiedBy/>
  <dcterms:modified xsi:type="dcterms:W3CDTF">2026-08-25T08:59:27Z</dcterms:modified>
  <cp:revision>33</cp:revision>
  <dc:subject/>
  <dc:title>20.8" 3MP Mono LED 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